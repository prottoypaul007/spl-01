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swald" charset="1" panose="00000500000000000000"/>
      <p:regular r:id="rId14"/>
    </p:embeddedFont>
    <p:embeddedFont>
      <p:font typeface="TT Hoves" charset="1" panose="02000003020000060003"/>
      <p:regular r:id="rId15"/>
    </p:embeddedFont>
    <p:embeddedFont>
      <p:font typeface="TT Hoves Bold" charset="1" panose="020000030200000600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72328" y="-1099342"/>
            <a:ext cx="10863067" cy="12485684"/>
          </a:xfrm>
          <a:custGeom>
            <a:avLst/>
            <a:gdLst/>
            <a:ahLst/>
            <a:cxnLst/>
            <a:rect r="r" b="b" t="t" l="l"/>
            <a:pathLst>
              <a:path h="12485684" w="10863067">
                <a:moveTo>
                  <a:pt x="0" y="0"/>
                </a:moveTo>
                <a:lnTo>
                  <a:pt x="10863067" y="0"/>
                </a:lnTo>
                <a:lnTo>
                  <a:pt x="10863067" y="12485684"/>
                </a:lnTo>
                <a:lnTo>
                  <a:pt x="0" y="1248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6821" b="-227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143500"/>
            <a:ext cx="478062" cy="47806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281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30072" y="1883970"/>
            <a:ext cx="2329715" cy="2245263"/>
          </a:xfrm>
          <a:custGeom>
            <a:avLst/>
            <a:gdLst/>
            <a:ahLst/>
            <a:cxnLst/>
            <a:rect r="r" b="b" t="t" l="l"/>
            <a:pathLst>
              <a:path h="2245263" w="2329715">
                <a:moveTo>
                  <a:pt x="0" y="0"/>
                </a:moveTo>
                <a:lnTo>
                  <a:pt x="2329715" y="0"/>
                </a:lnTo>
                <a:lnTo>
                  <a:pt x="2329715" y="2245262"/>
                </a:lnTo>
                <a:lnTo>
                  <a:pt x="0" y="2245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58656" y="6428789"/>
            <a:ext cx="2072547" cy="2190274"/>
          </a:xfrm>
          <a:custGeom>
            <a:avLst/>
            <a:gdLst/>
            <a:ahLst/>
            <a:cxnLst/>
            <a:rect r="r" b="b" t="t" l="l"/>
            <a:pathLst>
              <a:path h="2190274" w="2072547">
                <a:moveTo>
                  <a:pt x="0" y="0"/>
                </a:moveTo>
                <a:lnTo>
                  <a:pt x="2072547" y="0"/>
                </a:lnTo>
                <a:lnTo>
                  <a:pt x="2072547" y="2190274"/>
                </a:lnTo>
                <a:lnTo>
                  <a:pt x="0" y="21902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6556" y="2342477"/>
            <a:ext cx="12021444" cy="483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54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Project Title: Combinatorial Optimization Solver</a:t>
            </a:r>
          </a:p>
          <a:p>
            <a:pPr algn="l">
              <a:lnSpc>
                <a:spcPts val="6590"/>
              </a:lnSpc>
            </a:pPr>
            <a:r>
              <a:rPr lang="en-US" sz="47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Subtitle: Part 1-Traveling Salesperson Problem (TSP)</a:t>
            </a:r>
          </a:p>
          <a:p>
            <a:pPr algn="l">
              <a:lnSpc>
                <a:spcPts val="6590"/>
              </a:lnSpc>
            </a:pPr>
            <a:r>
              <a:rPr lang="en-US" sz="47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Name:  Prottoy Paul</a:t>
            </a:r>
          </a:p>
          <a:p>
            <a:pPr algn="l">
              <a:lnSpc>
                <a:spcPts val="6590"/>
              </a:lnSpc>
            </a:pPr>
            <a:r>
              <a:rPr lang="en-US" sz="47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Roll: 1613</a:t>
            </a:r>
          </a:p>
          <a:p>
            <a:pPr algn="l">
              <a:lnSpc>
                <a:spcPts val="6590"/>
              </a:lnSpc>
            </a:pPr>
            <a:r>
              <a:rPr lang="en-US" sz="47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Course: SE 2105</a:t>
            </a:r>
          </a:p>
          <a:p>
            <a:pPr algn="l">
              <a:lnSpc>
                <a:spcPts val="455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528454" y="3676147"/>
            <a:ext cx="524570" cy="14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7"/>
              </a:lnSpc>
            </a:pPr>
            <a:r>
              <a:rPr lang="en-US" sz="860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6484" y="-161925"/>
            <a:ext cx="541040" cy="146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7"/>
              </a:lnSpc>
            </a:pPr>
            <a:r>
              <a:rPr lang="en-US" sz="860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6556" y="7419151"/>
            <a:ext cx="12021444" cy="91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0"/>
              </a:lnSpc>
            </a:pPr>
            <a:r>
              <a:rPr lang="en-US" sz="5407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Supervisor: Shah Mostafa Khaled , PhD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3190" y="-2270431"/>
            <a:ext cx="5321352" cy="5395541"/>
          </a:xfrm>
          <a:custGeom>
            <a:avLst/>
            <a:gdLst/>
            <a:ahLst/>
            <a:cxnLst/>
            <a:rect r="r" b="b" t="t" l="l"/>
            <a:pathLst>
              <a:path h="5395541" w="5321352">
                <a:moveTo>
                  <a:pt x="0" y="0"/>
                </a:moveTo>
                <a:lnTo>
                  <a:pt x="5321352" y="0"/>
                </a:lnTo>
                <a:lnTo>
                  <a:pt x="5321352" y="5395541"/>
                </a:lnTo>
                <a:lnTo>
                  <a:pt x="0" y="539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0433" y="1955492"/>
            <a:ext cx="16018867" cy="773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Goal: Solve complex math problems using code.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Current Status: TSP Solver (Completed).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Next Phase: 0/1 Knapsack Solver (Upcoming).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Languages Used: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Java: For the User Interface (UI).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C Language: For the fast calculations (Backend).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8145" y="468350"/>
            <a:ext cx="1678115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492375"/>
            <a:ext cx="16018867" cy="676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Question: "How to visit N cities and return home using the shortest path?"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The Challenge: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10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Cities = 180,000 paths.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12 Cities = 479 Million paths.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20 Cities = Impossible for normal computers.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8145" y="468350"/>
            <a:ext cx="1678115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T</a:t>
            </a:r>
            <a:r>
              <a:rPr lang="en-US" b="true" sz="80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he Problem (TSP)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492375"/>
            <a:ext cx="16018867" cy="676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Type: Exact Algorithm.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Acc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uracy: 100% (Perfect Solution).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How it works: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Uses a "Lower Bound" to guess the cost.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Pruni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ng: If a path looks expensive, it cuts it off immediately.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8145" y="468350"/>
            <a:ext cx="16781155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Algorit</a:t>
            </a:r>
            <a:r>
              <a:rPr lang="en-US" b="true" sz="80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hm 1 - Branch and Bound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202597"/>
            <a:ext cx="16018867" cy="676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Type: Heuristic (Approximation).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Inspi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ration: Real ants finding food.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Why u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se it?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Branch and Bound is too slow for 50+ cities.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Ant Colony is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fast.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Key Concept: Pheromones (Scent trails).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434667" y="314327"/>
            <a:ext cx="19157333" cy="128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Algorit</a:t>
            </a: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hm 2 - Ant Colony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202597"/>
            <a:ext cx="16018867" cy="676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Table: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Sm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all Input (N=12): Branch &amp; Bound is better (100% Accurate).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Large Input (N=20+): Ant Colony is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better (Does not crash).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Trade-off: Speed vs. Accuracy.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434667" y="314327"/>
            <a:ext cx="19157333" cy="128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Compariso</a:t>
            </a: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n (My Result)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202597"/>
            <a:ext cx="16018867" cy="773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Status: Upcoming (Phase 2).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Problem: 0/1 Knapsack.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Goal: Select items to maximize profit without breaking the bag.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Plan: Implement using Branch &amp; Bound and Dynamic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Programming (DP) in the same C backend.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434667" y="314327"/>
            <a:ext cx="19157333" cy="128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Future Work</a:t>
            </a: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 (The Knapsack Problem)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0433" y="2202597"/>
            <a:ext cx="16018867" cy="579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Summary: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TS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P Solved successfully.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Comparison of Exact vs.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Heuristic done.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Ready</a:t>
            </a: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 for Phase 2 (Knapsack).</a:t>
            </a:r>
          </a:p>
          <a:p>
            <a:pPr algn="l" marL="1187449" indent="-593725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171C24"/>
                </a:solidFill>
                <a:latin typeface="TT Hoves"/>
                <a:ea typeface="TT Hoves"/>
                <a:cs typeface="TT Hoves"/>
                <a:sym typeface="TT Hoves"/>
              </a:rPr>
              <a:t>Thank You!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434667" y="314327"/>
            <a:ext cx="19157333" cy="128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171C2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DAG-aNYhhPU</dc:identifier>
  <dcterms:modified xsi:type="dcterms:W3CDTF">2011-08-01T06:04:30Z</dcterms:modified>
  <cp:revision>1</cp:revision>
  <dc:title>Project Title: Combinatorial Optimization Solver Subtitle: Part 1: Traveling Salesperson Problem (TSP) Name: [Your Name] ID/Course: [Your Details]</dc:title>
</cp:coreProperties>
</file>